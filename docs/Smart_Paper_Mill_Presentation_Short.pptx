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I'm presenting my industrial training project, the Smart Paper Mill Production Monitoring Dashboard, developed in the context of Satia Industries Limited - a wheat-straw based writing and printing paper manufacturer. All data shown is fictional but industry-realistic; no confidential company data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I'll start with the gap and what I set out to build. Today the plant's data lives on paper and in spreadsheets, so there's no live picture and issues are noticed late. The objective was a single role-based dashboard that captures production, quality and downtime, shows live machine data, raises automatic alerts, computes OEE and exports reports - with proper security, on a normal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 is deliberately free, open-source and lightweight: a vanilla HTML/CSS/JS front-end with Chart.js, a Flask back-end serving both the API and the pages, SQLite for storage, bcrypt and JWT for security, and Server-Sent Events for the live feed. Everything runs on a normal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is a clean three-tier architecture: the browser runs the pages and charts, a single Flask app serves the front-end and the REST API on the same origin and pushes the live stream, and SQLite holds all persisted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dashboard - the landing screen, with six KPI cards including average OEE, a production-trend chart and a machine-status doughnut. The KPIs and charts read live from the API, so they reflect data entered through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machine-monitoring page is a colour-coded status board with search and status filters and a card per machine showing temperature, hours, capacity and efficiency - with temperature and efficiency updating live via the server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reports page turns the raw data into analytics - summary KPIs, a live daily-production chart, a downtime-by-reason breakdown and OEE by machine - all filterable by period, machine and shift, and exportable to CSV or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few technical highlights: live telemetry via Server-Sent Events; KPIs, reports and alerts that read live from the API with a fallback when offline; quality capture of GSM, moisture and speed against editable limits; OEE charted per machine; and automatic threshold-driven alerts you can acknowledge.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results: the back-end is backed by 94 passing automated tests covering auth, roles, CRUD, thresholds, streaming and the audit log. The outcome is a complete, working application with real authentication and persistence, a full documentation set, and a deploy-ready build - and genuine full-stack experience for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concludes the presentation. Thank you - I'm happy to take any questions, and I can demonstrate the running application live: logging in as different roles, entering a production record and watching the dashboard, reports and alerts update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92624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38BDF8"/>
                </a:solidFill>
                <a:latin typeface="Calibri"/>
              </a:rPr>
              <a:t>INDUSTRIAL TRAINING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4800" b="1" i="0">
                <a:solidFill>
                  <a:srgbClr val="FFFFFF"/>
                </a:solidFill>
                <a:latin typeface="Calibri"/>
              </a:rPr>
              <a:t>Smart Paper Mill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Production Monitoring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61188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800" b="0" i="0">
                <a:solidFill>
                  <a:srgbClr val="CBD5E1"/>
                </a:solidFill>
                <a:latin typeface="Calibri"/>
              </a:rPr>
              <a:t>A real-time, role-based web dashboard for monitoring paper production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9FB3C8"/>
                </a:solidFill>
                <a:latin typeface="Calibri"/>
              </a:rPr>
              <a:t>Industrial training carried out at  SATIA INDUSTRIES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12080"/>
            <a:ext cx="7772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0" i="1">
                <a:solidFill>
                  <a:srgbClr val="9FB3C8"/>
                </a:solidFill>
                <a:latin typeface="Calibri"/>
              </a:rPr>
              <a:t>Submitted by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Calibri"/>
              </a:rPr>
              <a:t>Manreet Gill   (UID: 24BCS10479)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CBD5E1"/>
                </a:solidFill>
                <a:latin typeface="Calibri"/>
              </a:rPr>
              <a:t>B.E. Computer Science &amp; Engineering  -  Chandigarh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440680"/>
            <a:ext cx="2468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Problem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0F172A"/>
                </a:solidFill>
                <a:latin typeface="Calibri"/>
              </a:rPr>
              <a:t>Problem: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production, quality (GSM / moisture), machine status and downtime are recorded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manually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in registers and spreadsheets - no single, real-time view, and problems are caught late.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0F172A"/>
                </a:solidFill>
                <a:latin typeface="Calibri"/>
              </a:rPr>
              <a:t>Objective: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a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centralised, role-based web dashboard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for real-time production monitoring.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0F172A"/>
                </a:solidFill>
                <a:latin typeface="Calibri"/>
              </a:rPr>
              <a:t>Capture output plus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quality and downtime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in a database, with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live machine telemetry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and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automatic threshold alerts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0F172A"/>
                </a:solidFill>
                <a:latin typeface="Calibri"/>
              </a:rPr>
              <a:t>Compute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OEE and KPIs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, export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reports (CSV / PDF)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, and enforce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secure, role-based access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- all on standard student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60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937760"/>
                <a:gridCol w="3657600"/>
              </a:tblGrid>
              <a:tr h="425849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T="38100" marB="38100" marL="101600" marR="101600">
                    <a:solidFill>
                      <a:srgbClr val="0F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 marT="38100" marB="38100" marL="101600" marR="101600">
                    <a:solidFill>
                      <a:srgbClr val="0F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 marT="38100" marB="38100" marL="101600" marR="101600">
                    <a:solidFill>
                      <a:srgbClr val="0F2A47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0F2A47"/>
                          </a:solidFill>
                          <a:latin typeface="Calibri"/>
                        </a:rPr>
                        <a:t>Front-end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HTML5, CSS3, JavaScript, Chart.js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Lightweight, no build step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0F2A47"/>
                          </a:solidFill>
                          <a:latin typeface="Calibri"/>
                        </a:rPr>
                        <a:t>Back-end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Python - Flask (REST API + static)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Same-origin API &amp; UI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0F2A47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SQLite (MySQL is production target)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Zero-config persistence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0F2A47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bcrypt, PyJWT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Hashed passwords + JWT auth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0F2A47"/>
                          </a:solidFill>
                          <a:latin typeface="Calibri"/>
                        </a:rPr>
                        <a:t>Real-time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Server-Sent Events (SSE)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Live push, zero extra deps</a:t>
                      </a:r>
                    </a:p>
                  </a:txBody>
                  <a:tcPr anchor="ctr" marT="25400" marB="25400" marL="101600" marR="101600">
                    <a:solidFill>
                      <a:srgbClr val="FFFFFF"/>
                    </a:solidFill>
                  </a:tcPr>
                </a:tc>
              </a:tr>
              <a:tr h="425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0F2A47"/>
                          </a:solidFill>
                          <a:latin typeface="Calibri"/>
                        </a:rPr>
                        <a:t>Testing / Deploy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pytest (94 tests); gunicorn / Render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Verified; free hosting</a:t>
                      </a:r>
                    </a:p>
                  </a:txBody>
                  <a:tcPr anchor="ctr" marT="25400" marB="25400" marL="101600" marR="1016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992" y="1783080"/>
            <a:ext cx="6473536" cy="406908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64748B"/>
                </a:solidFill>
                <a:latin typeface="Calibri"/>
              </a:rPr>
              <a:t>Three-tier: browser front-end  -&gt;  Flask REST API + SSE  -&gt;  SQLite database (same origin).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83080"/>
            <a:ext cx="6437376" cy="402336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64748B"/>
                </a:solidFill>
                <a:latin typeface="Calibri"/>
              </a:rPr>
              <a:t>Live overview: KPI cards (incl. average OEE), production-trend and machine-status charts.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Machine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ch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83080"/>
            <a:ext cx="6437376" cy="402336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64748B"/>
                </a:solidFill>
                <a:latin typeface="Calibri"/>
              </a:rPr>
              <a:t>Colour-coded status board - Running / Idle / Stopped / Maintenance - with live telemetry.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Reports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83080"/>
            <a:ext cx="6437376" cy="402336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64748B"/>
                </a:solidFill>
                <a:latin typeface="Calibri"/>
              </a:rPr>
              <a:t>Filtered reports, plant OEE, downtime breakdown, and CSV / PDF export.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Real-Time, OEE &amp;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0F172A"/>
                </a:solidFill>
                <a:latin typeface="Calibri"/>
              </a:rPr>
              <a:t>Live telemetry: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the server pushes temperature &amp; efficiency to open pages via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SSE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, updating every few seconds without a reload.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0F172A"/>
                </a:solidFill>
                <a:latin typeface="Calibri"/>
              </a:rPr>
              <a:t>API-driven: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dashboard KPIs, the daily report and alerts reflect records entered through the app, with graceful fallback when offline.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0F172A"/>
                </a:solidFill>
                <a:latin typeface="Calibri"/>
              </a:rPr>
              <a:t>Quality &amp; OEE: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every record captures GSM / moisture / speed against admin-editable limits;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OEE = Availability x Performance x Quality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is charted per machine.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0F172A"/>
                </a:solidFill>
                <a:latin typeface="Calibri"/>
              </a:rPr>
              <a:t>Threshold alerts: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out-of-spec quality and over-limit downtime raise alerts that can be filtered by severity and acknowledged.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>
                <a:solidFill>
                  <a:srgbClr val="0F2A47"/>
                </a:solidFill>
                <a:latin typeface="Calibri"/>
              </a:rPr>
              <a:t>Testing &amp;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371600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0F172A"/>
                </a:solidFill>
                <a:latin typeface="Calibri"/>
              </a:rPr>
              <a:t>94 / 94 automated tests passing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(pytest) - authentication, role-based access, full CRUD, quality &amp; thresholds, live stream and audit log.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0F172A"/>
                </a:solidFill>
                <a:latin typeface="Calibri"/>
              </a:rPr>
              <a:t>A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working, end-to-end application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with real auth, role-based access and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persistence that survives restarts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0F172A"/>
                </a:solidFill>
                <a:latin typeface="Calibri"/>
              </a:rPr>
              <a:t>A complete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documentation set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- SRS, project report and role-based user manuals - and a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deploy-ready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 build for free hosting (Render).</a:t>
            </a:r>
          </a:p>
          <a:p>
            <a:pPr algn="l" indent="-228600" marL="228600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0F172A"/>
                </a:solidFill>
                <a:latin typeface="Calibri"/>
              </a:rPr>
              <a:t>Hands-on experience across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full-stack development, REST APIs, security, testing and deployment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Smart Paper Mill Production Monitoring Dashboard  -  Satia Industries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38BDF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500" b="0" i="0">
                <a:solidFill>
                  <a:srgbClr val="CBD5E1"/>
                </a:solidFill>
                <a:latin typeface="Calibri"/>
              </a:rPr>
              <a:t>Manreet Gill  -  B.E. CSE, Chandigarh University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9FB3C8"/>
                </a:solidFill>
                <a:latin typeface="Calibri"/>
              </a:rPr>
              <a:t>Industrial Training Project  -  Satia Industries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